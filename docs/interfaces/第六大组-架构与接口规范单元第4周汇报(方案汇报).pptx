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47088"/>
            <a:ext cx="2834640" cy="45720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计算机网络课程综合实践 · 大作业 · 第四周方案汇报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架构与接口规范单元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交付《第一版全局软硬件接口标准》V1.0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0390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与五组方案汇报逐条对表后的正式首发　·　文档编号 IW-IF-STD-001　·　版本号重新起算，与内部草案无继承关系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53712"/>
            <a:ext cx="10561320" cy="25603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280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6 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303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任务书交付物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1468" y="48280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33 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1468" y="52303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全局 Topic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48280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40 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52303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表格全部重编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8484" y="48280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10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8484" y="52303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跨组差异裁决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48280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10 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52303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缺口新增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0" y="482803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4 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0" y="5230368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TBD 待实测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AADC"/>
                </a:solidFill>
                <a:latin typeface="微软雅黑"/>
                <a:ea typeface="微软雅黑"/>
                <a:cs typeface="微软雅黑"/>
              </a:rPr>
              <a:t>第六大组 · 架构与接口规范单元　|　第四周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01 · 任务书交付物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任务书 6 项交付物，本版全部落地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组长任务书列明的 6 项，逐项给出载体与状态；全部并入同一份标准，不另出散件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11055095" cy="3721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3774"/>
                <a:gridCol w="6633057"/>
                <a:gridCol w="1658264"/>
              </a:tblGrid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任务书要求的交付物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本版载体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全车 ROS 2 话题总表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标准表 4-3（33 条 Topic，含类型、发布方、订阅方、频率、QoS、所有者）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QoS 配置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标准表 4-2（6 档：CONTROL / STATE / SENSOR / EVENT / STATIC / TF）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TF 坐标树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标准表 5-1（15 个 frame）+ 表 5-2（唯一发布方）+ §5.3 验收条件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整机通信架构框图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标准图 1（本页后一页展示，300 dpi 出图并附 SVG 矢量版）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接口规范文档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《第一版全局软硬件接口标准》V1.0（10 章 + 4 附录 + 40 张表）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单元 PPT（8-12 页）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本份汇报，共 12 页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468112"/>
            <a:ext cx="11055096" cy="4572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397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518404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六项交付物的现状统一记为「已完成定义」；其中 wheelchair_interfaces 接口包尚未在真实 ROS 2 环境构建，状态单独记为「待验证」，不计入完成。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89904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本版不重做前五组的设计决策：只定义组间边界。涉及电气、机械与标定的具体数值，凡需实测的一律标记 TBD（见第 10 页）。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02 · 整机通信架构框图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一张图说清 数据流、安全链与电源域的对应关系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任务书交付物 ④，也是标准新图 1；红色实/虚线为安全链路，紫色为感知话题，金色虚线为供电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整机通信架构框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09344"/>
            <a:ext cx="7033170" cy="4315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99846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关键约束：物理急停独立于 ROS 2 与上位机，经主保险后直接断接触器线圈，断电即停车；语音、手柄、Nav2、状态机四路速度源经 speed_mux 与 safety_filter 两级收敛后，只留 /cmd_vel 一个速度出口。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03 · 全车 ROS 2 话题总表（上）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速度仲裁链与状态安全：14 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任务书交付物 ①；共 33 条，本页 14 条，下页 19 条。完整定义见标准表 4-3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11055094" cy="4050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6528"/>
                <a:gridCol w="2211019"/>
                <a:gridCol w="1547713"/>
                <a:gridCol w="1216060"/>
                <a:gridCol w="2763774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Topic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QoS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所有者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/wheelchair/cmd_vel/teleop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Twist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机械与手动控制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/wheelchair/cmd_vel/nav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Twist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10-20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自动导航与 SLAM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/wheelchair/cmd_vel/task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Twist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按需 20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状态机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/wheelchair/cmd_vel_raw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Twist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系统集成测试 ★新增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/cmd_vel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Twist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系统集成测试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/wheelchair/base/odom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Odometry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/joint_states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底盘 + 机械臂驱动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/wheelchair/base/mcu_state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McuState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/wheelchair/power/battery_state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BatteryState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/wheelchair/stand/state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StandState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/wheelchair/safety/status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SafetyStatus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 + 事件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系统集成测试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/wheelchair/system/mode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SystemMode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Hz + 事件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系统集成测试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/wheelchair/ultrasonic/ranges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RangeArray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Hz ★改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/diagnostics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DiagnosticArray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Hz + 事件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所有硬件与核心节点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870448"/>
            <a:ext cx="11055096" cy="402336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397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92074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★ 为本版相对内部草案的改动：新增 /wheelchair/cmd_vel_raw，把复用器与安全过滤器之间的连接显式化；/wheelchair/ultrasonic/ranges 由 10 Hz 改为 50 Hz，30 cm 安全阈值的响应时间由 100 ms 缩短到 20 ms。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04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04 · 全车 ROS 2 话题总表（下）与 QoS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感知、机械臂与语音 19 条；QoS 由 5 档增为 6 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任务书交付物 ①②；/tf 的 QoS 由 SENSOR 改为新增的 TF 档，闭环 ICR-003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6053326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1331"/>
                <a:gridCol w="1210665"/>
                <a:gridCol w="968532"/>
                <a:gridCol w="1452798"/>
              </a:tblGrid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Topic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QoS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所有者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/scan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5-15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自动导航与 SLAM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/camera/color/image_raw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15-30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/camera/color/camera_info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随图像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/camera/depth/image_rect_raw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15-30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/camera/depth/points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5-15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/arm_camera/color/image_raw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15-30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★新增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/arm_camera/color/camera_info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随图像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★新增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/arm_camera/depth/image_rect_raw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15-30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★新增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/arm_camera/depth/points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5-15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★新增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/wheelchair/imu/data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/wheelchair/arm/wrench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★新增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/map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低频或事件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自动导航与 SLAM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/wheelchair/perception/detections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5-15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/wheelchair/perception/target_pose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/wheelchair/voice/text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语音交互与多模态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/wheelchair/voice/intent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语音交互与多模态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/tf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见 §5.1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 ★改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各动态 TF 唯一所有者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/tf_static  |  /clock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启动时 | 仿真步进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 | 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rsp | 仿真器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700784"/>
            <a:ext cx="47640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QoS 配置档（标准表 4-2）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2011680"/>
          <a:ext cx="4764022" cy="186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0862"/>
                <a:gridCol w="1105934"/>
                <a:gridCol w="1276077"/>
                <a:gridCol w="1361149"/>
              </a:tblGrid>
              <a:tr h="26517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档位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可靠性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历史深度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持久性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670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KEEP_LAST 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VOLATILE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70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KEEP_LAST 10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VOLATILE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70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SENSOR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BEST_EFFORT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KEEP_LAST 5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VOLATILE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70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EVENT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KEEP_LAST 20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VOLATILE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670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KEEP_LAST 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TRANSIENT_LOCAL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6700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TF ★新增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RELIABLE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KEEP_LAST 100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VOLATILE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4041648"/>
            <a:ext cx="4764024" cy="1627632"/>
          </a:xfrm>
          <a:prstGeom prst="roundRect">
            <a:avLst>
              <a:gd name="adj" fmla="val 6000"/>
            </a:avLst>
          </a:prstGeom>
          <a:solidFill>
            <a:srgbClr val="FDF2F2"/>
          </a:solidFill>
          <a:ln w="12700">
            <a:solidFill>
              <a:srgbClr val="E6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6016" y="4133087"/>
            <a:ext cx="4507992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为什么新增 TF 档而不沿用 STATE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原按 SENSOR 档（BEST_EFFORT）发布，而 tf2_ros 与 RViz 2 订阅端默认按 RELIABLE 请求——发布端可靠性低于订阅端请求时连接无法建立，view_frames 检查与 IF-04 验收都会失败。
可靠性提为 RELIABLE 后，深度取 100 而非 STATE 档的 10：动态变换以 30-50 Hz 广播，10 帧缓冲不足以覆盖短暂抖动。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70448"/>
            <a:ext cx="11055096" cy="402336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397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92074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★ 合计新增 5 条 Topic（/wheelchair/cmd_vel_raw、4 条 /arm_camera/*）与 1 条 /wheelchair/arm/wrench；改动 2 条（超声波频率、/tf 的 QoS 档）。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05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05 · TF 坐标树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单树、唯一发布、REP 105 地面投影层不得删改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任务书交付物 ③；15 个 frame，本版新增臂端相机 3 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4572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map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└ odom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└ base_footprint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└ base_link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├ laser_frame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├ imu_link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├ camera_link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│　├ camera_color_optical_frame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│　└ camera_depth_optical_frame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└ seat_link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　└ arm_base_link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　　└ arm_link_1 … arm_link_6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　　　　　├ gripper_link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　　　　　　└ arm_camera_link ★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　　　　　　　├ arm_camera_color_optical_frame ★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　　　　　　　└ arm_camera_depth_optical_frame 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041648"/>
            <a:ext cx="4572000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4133087"/>
            <a:ext cx="431596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本版守住的两条命名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① 保留 base_footprint：SLAM 组方案里写作 base_link，但它是 REP 105 约定的地面投影层，删除后二维导航与代价地图的地面约束失去依据。本车无悬架，允许该层为零变换，名称不得改。
② 保留 laser_frame：不得写作 laser_link 或其他别名。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8384" y="1700784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TF 所有权（标准表 5-2）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58384" y="2011680"/>
          <a:ext cx="6263639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4364"/>
                <a:gridCol w="2067001"/>
                <a:gridCol w="2192274"/>
              </a:tblGrid>
              <a:tr h="26517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变换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唯一发布方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验收要求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map → odom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SLAM 或定位节点二选一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切换模式时不得同时运行两个发布源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odom → base_footprint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EKF 或底盘里程计二选一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连续无跳变，时间戳新鲜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base_footprint → base_link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robot_state_publisher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安装高度与 URDF 一致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base_link → 传感器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robot_state_publisher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外参来自 CAD 和实测标定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机械臂关节链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robot_state_publisher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JointState 名称与 URDF 一致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arm_link_6 → arm_camera_link ★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robot_state_publisher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外参待手眼标定报告回填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58384" y="4041648"/>
            <a:ext cx="6263640" cy="16002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4133087"/>
            <a:ext cx="6007607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验收条件（标准 §5.3）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· view_frames 后只有一棵连通树，无重复发布警告。
· 任意传感器数据的 header.frame_id 都在 TF 树中存在，且可在数据时间戳处转换到 base_link。
· map 与 odom 职责不得交换：map 可全局校正，odom 必须局部连续。
· 相机驱动必须关闭自带 TF 发布，由 robot_state_publisher 统一发布静态外参，避免重复发布。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06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06 · 上位机与下位机串口协议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12 条消息、12 张载荷表，ICR-001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标准第 6 章。链路为两级：上位机 ↔ ESP32 走本章帧，ESP32 ↔ STM32 为底盘组内部实现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5138926" cy="2112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8060"/>
                <a:gridCol w="565282"/>
                <a:gridCol w="1027785"/>
                <a:gridCol w="2877799"/>
              </a:tblGrid>
              <a:tr h="2468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偏移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长度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字段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 0xAA 0x55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VERSION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V1.0 起固定 0x01；载荷长度一律按 LENGTH 判定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MSG_ID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消息编号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FLAGS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bit0 ACK_REQ，bit1 IS_ACK，bit2 IS_ERROR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SEQ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uint16，每帧递增，溢出回 0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LENGTH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 字节数，范围 0 ~ 128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MSG_ID 解释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9+N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CRC16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CRC-16/MODBUS，覆盖 VERSION 至 PAYLOAD，低字节先发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61888" y="1682496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上位机 → MCU（含双向响应）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682496"/>
            <a:ext cx="2798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MCU → 上位机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61888" y="1975104"/>
          <a:ext cx="2798062" cy="1675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9612"/>
                <a:gridCol w="1482973"/>
                <a:gridCol w="755477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0x01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HOST_HEARTBEAT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0x10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CMD_VEL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0x11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CMD_POSTURE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0x12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CMD_SOFT_ESTOP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0x13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CMD_OUTPUT_ENABLE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0x7E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ACK_NACK（双向）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响应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823960" y="1975104"/>
          <a:ext cx="2798062" cy="1675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9612"/>
                <a:gridCol w="1482973"/>
                <a:gridCol w="755477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频率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0x81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MCU_HEARTBEAT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0xA0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BASE_STATE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0xA1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IMU_STATE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0xA2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POWER_STATE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Hz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0xA3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SAFETY_STATE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Hz + 事件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0xA4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ULTRASONIC_STATE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Hz ★改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3858768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本版补齐的 8 条载荷表（ICR-001 闭环）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4133087"/>
          <a:ext cx="11055095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2121"/>
                <a:gridCol w="884407"/>
                <a:gridCol w="7738567"/>
              </a:tblGrid>
              <a:tr h="2377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长度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代拟依据与关键约束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HOST_HEARTBEAT 0x01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B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mode 取表 2-2 枚举；host_time_ms 仅用于打点，MCU 不得据此定时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CMD_POSTURE 0x11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B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 ChangePosture.action 的 target；speed_ratio 为 0 时以 INVALID_VALUE 拒绝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CMD_SOFT_ESTOP 0x12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B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提出解除请求（仍需满足硬件与故障条件），1 锁存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CMD_OUTPUT_ENABLE 0x13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B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自检未通过时 MCU 以 NOT_READY 拒绝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MCU_HEARTBEAT 0x81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 B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★优先冻结：上位机侧唯一的固件健康通道，IF-05/IF-06 依赖其 CRC 错误计数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IMU_STATE 0xA1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 B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博世 BMI088（SPI）；角速度满量程 ±2000 dps，超出部分按量程饱和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POWER_STATE 0xA2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B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16S 磷酸铁锂 + 100 A BMS；母线电压按 ≤60 V 量程预留（T1）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ULTRASONIC_STATE 0xA4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6+3N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HC-SR04 环形阵列；0xFFFF 哨兵须转 NaN，sensor_names 未定前不得发布（T3）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163056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60B"/>
                </a:solidFill>
                <a:latin typeface="微软雅黑"/>
                <a:ea typeface="微软雅黑"/>
                <a:cs typeface="微软雅黑"/>
              </a:rPr>
              <a:t>上述载荷表为本单元按电气动力与底层控制组已公布的选型代拟，偏移、类型、缩放与哨兵取值须该组按固件实测确认后方可冻结。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07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07 · 对表结果（一）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跨组差异裁决 D1–D10：能定的定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五组方案汇报与内部草案共识别出 10 处直接冲突，本版逐条裁定。每条附两组原话与幻灯片出处，见《各组汇报接口对齐差异清单》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11055094" cy="403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7479"/>
                <a:gridCol w="1602988"/>
                <a:gridCol w="3979834"/>
                <a:gridCol w="4974793"/>
              </a:tblGrid>
              <a:tr h="2651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分歧事项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两组口径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本版裁决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 2 发行版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环境组 Humble/Iron；机械臂组 Jazzy LTS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 Humble；Iron 不考虑，Jazzy 仅作 SO-ARM 上游参考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SLAM 框架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SLAM 组 Cartographer；环境组 slam_toolbox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 slam_toolbox，Cartographer 列备选，二者不得同时运行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坐标系命名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SLAM 组 base_link / laser_link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 base_footprint 与 laser_frame（REP 105）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D4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上位机平台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环境组 香橙派 5（8 GB, RK3588S）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写实为上位机基线，§7.1 主机名表对应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D5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串口链路拓扑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底盘组：上位机—ESP32—STM32 两级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明确两级；板间链路不上浮为公开接口，但遥测须透传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D6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心跳超时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 300 ms；底盘组 200 ms 强制归零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取严者 200 ms，§6.6 与 IF-07 同步收紧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D7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超声波频率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 10 Hz；电气组 刷新率 50 Hz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主题频率改 50 Hz，10 Hz 记为下限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D8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速度上限层次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 0.20 m/s；底盘组 调试 0.5 / 设计 2.0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分三层：安全上限 &lt; 台架调试限速 &lt; 机械设计上限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D9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云端大模型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标准提云端意图解析；语音组要求离线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离线识别为基线；云端仅限非安全关键且可整体关闭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D10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接口所有者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 2-1 仅 6 行，speed_mux/safety_filter 无主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补至 9 行，二者归系统集成测试与项目管理组，待会签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907024"/>
            <a:ext cx="11055096" cy="384048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397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957316"/>
            <a:ext cx="10698480" cy="292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裁决原则：以已发布口径与更严格者为准，不替其他组做电气与机械设计决策。D6 与 D7 是「两组都能自圆其说」的典型——本版按标准 §3.4 第 3 条取严者执行。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08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08 · 对表结果（二）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缺口新增 G1–G10：五组要用、标准里没有的接口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这类问题比冲突更隐蔽——没有分歧，只是标准完全没有这个接口，接入时会各自造一套私有替代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45920"/>
          <a:ext cx="11055095" cy="2651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7479"/>
                <a:gridCol w="3979834"/>
                <a:gridCol w="6577782"/>
              </a:tblGrid>
              <a:tr h="2560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新增内容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8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为什么必须有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Action /arm_controller/follow_joint_trajectory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 2 与机械臂驱动之间唯一的轨迹执行出口，原标准完全缺失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/wheelchair/arm/wrench（WrenchStamped）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FT300 / ATI Mini45 无对应话题，抓取力控与碰撞保护无法接入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臂端相机 4 条话题 + 3 个 frame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原标准只有轮椅端 camera_link，手眼标定与抓取视觉无处接入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G4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附录 C 语音意图枚举（11 项）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「前进/停止/起立/抓取」原先无枚举约定，跨组无法验证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G5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语音优先级与急停联动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MOVE_* 须译为定距/限时动作（≤2 s），不得持续发布 Twist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G6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fault_bits 新增 bit10 WHEEL_STALL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底盘组的失速检测原本只能塞进含义不符的 OVERCURRENT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G7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ICR-001 九条载荷表代拟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 12 条消息只有 3 条有载荷表，固件与上位机无法对接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G8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 QoS 档 TF（KEEP_LAST 100）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/tf 原按 BEST_EFFORT 发布，与订阅端请求倒挂，连接建不起来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G9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环境交付方式：Docker 镜像 / 虚拟机模板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环境组明确要求消除环境差异，原标准只在 §7.2 提了一句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G10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 1 整机通信架构框图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标准全文原无任何插图，6 项交付物之一无处安放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48056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语音意图枚举（附录 C，节选）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773168"/>
          <a:ext cx="11055093" cy="13670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4484"/>
                <a:gridCol w="2232278"/>
                <a:gridCol w="1009840"/>
                <a:gridCol w="903541"/>
                <a:gridCol w="1381887"/>
                <a:gridCol w="1807083"/>
                <a:gridCol w="1062990"/>
                <a:gridCol w="1062990"/>
              </a:tblGrid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intent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目标接口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优先级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安全关键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intent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目标接口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优先级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安全关键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STOP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set_soft_estop / 置零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STAND_UP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change_posture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CANCEL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 Action / 导航目标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SIT_DOWN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change_posture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MOVE_FORWARD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≤2 s 限时低速 Twist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GRASP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grasp_object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MOVE_BACKWARD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≤2 s 限时低速 Twist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RELEASE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grasp_object 释放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TURN_LEFT / TURN_RIGHT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≤2 s 限时低速 Twist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NAVIGATE_TO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/navigate_to_pose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低于手柄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181344"/>
            <a:ext cx="110550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约束：急停或故障锁存期间，除 STOP 与 CANCEL 外的全部意图必须被拒绝并回报原因；MOVE_* 不得持续发布 Twist。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09 · 待实测标定项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4 项不代为裁定：冻结接口，不冻结数值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凡依赖硬件选型、实测数据或采购结论的，一律标 TBD 并指定责任组与解除条件，避免用假设值把返工埋进联调阶段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11055093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2203"/>
                <a:gridCol w="1713539"/>
                <a:gridCol w="2487396"/>
                <a:gridCol w="4643140"/>
                <a:gridCol w="1768815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事项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分歧 / 现状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本版处理与解除条件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9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责任组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母线电压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底盘组按 24 V 采购电机与电池；动力组建议 51.2 V（16S 磷酸铁锂）做安全回路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电压字段按 ≤60 V 量程预留，缩放 1 mV；回填标称值不影响帧结构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下位机通信路线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环境组建议短期 ros2_serial、长期迁移 micro-ROS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冻结上位机侧串口帧协议，使其不因传输实现变化而变；micro-ROS 仅作长期评估，本版不引入接口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 + 系统环境配置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超声波阵列数量与命名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阵列路数与安装方位未定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RangeArray.sensor_names 的命名与顺序未固定前，不得发布 /wheelchair/ultrasonic/ranges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电气动力与底层控制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T4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臂端相机型号与手眼外参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D455 与 OAK-D Pro 未定；外参需手眼标定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frame 名与话题本版先定，外参数值待标定报告回填；标定完成前不得进入抓取联调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69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机械臂视觉与抓取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175504"/>
            <a:ext cx="11055096" cy="512064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397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225796"/>
            <a:ext cx="1069848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把 TBD 写进标准而不是留白，是为了让「哪一部分现在就能开工、哪一部分必须等实测」在跨组联调时一目了然。四项的接口名称与帧结构本版已冻结，实测值回填不会引起接口返工。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15584"/>
            <a:ext cx="110550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另有两项工程性待办，不属于接口定义问题，登在注册表与 README 的遗留项中：
· wheelchair_interfaces 包（6 个 msg + 2 个 action）尚未在真实 ROS 2 环境执行 colcon build，状态只能记为「待验证」——定义齐全不等于构建通过。
· URDF / XACRO 尚未提交至 wheelchair_description，TF 树初版无法在 RViz 2 实际加载。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10 · 标准 V1.0 发布信息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版本号重新起算，旧稿全部降级归档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为什么改版本号：归档的 V1.0 / V1.1 是未与其他组逐条对表前的内部雏形，其中若干定义与五组后来的汇报直接冲突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6784847" cy="37810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2666"/>
                <a:gridCol w="5292181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6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文档编号 / 版本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IW-IF-STD-001　V1.0（状态：正式发布稿）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编制单位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第六大组 · 架构与接口规范单元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发布日期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第四周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文档结构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章 + 4 附录，共 40 张表 + 1 张图（旧稿 30 张表、0 张图）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表号体系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按章节重编为 表 N-M；旧稿 17 张无题注的表全部补全题注；另出《表号映射表》备查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归档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 V1.0 / V1.1 / 评审报告 Rev.B 移入 docs/interfaces/archive/，文件名加「(内部草案)」后缀，附 archive/README.md 说明不再对外引用的原因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注册表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4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interface_registry.yaml 同步更新：33 条 Topic、6 档 QoS、12 张载荷表、故障位 +WHEEL_STALL、超时 300→200 ms、新增 qos_profiles / resolved_icrs / tbd_items 三段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71231" y="1700784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已闭环的三个 ICR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71231" y="2011680"/>
          <a:ext cx="4050790" cy="2798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189"/>
                <a:gridCol w="3078601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19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45720" marR="45720" marT="7315" marB="7315" anchor="ctr">
                    <a:solidFill>
                      <a:srgbClr val="17365D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ICR-001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条载荷表已代拟（表 6-8 ~ 表 6-17），待电气组按实测确认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ICR-002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 2-1 由 6 行补至 9 行；speed_mux / safety_filter 归系统集成测试与项目管理组</a:t>
                      </a:r>
                    </a:p>
                  </a:txBody>
                  <a:tcPr marL="45720" marR="45720" marT="7315" marB="7315" anchor="ctr">
                    <a:solidFill>
                      <a:srgbClr val="F4F7FC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ICR-003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不采用原提案的 STATE 档，改为新增 TF 档（RELIABLE / KEEP_LAST 100）</a:t>
                      </a:r>
                    </a:p>
                  </a:txBody>
                  <a:tcPr marL="45720" marR="45720" marT="7315" marB="731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71231" y="4901184"/>
            <a:ext cx="4050791" cy="749808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4992624"/>
            <a:ext cx="3794759" cy="566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交付状态口径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接口包单独记为「待验证」；评审记为「已完成」但各组会签尚未办理。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870448"/>
            <a:ext cx="11055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Git 留痕：差异清单 / 架构框图 / 标准正文 / 注册表 / 本 PPT 分批提交，经 PR 合并后打标签 v1.0.0；评审意见的成文记录（Rev.B）随归档保留。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11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11 · 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会签 → 冻结 → 首轮仿真联调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88136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标准 V1.0 已出稿，下一步是把「架构组单方面的裁决」转为「六大组共同确认的基线」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26464"/>
            <a:ext cx="11055096" cy="25603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11055096" cy="768096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68580" cy="7680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1965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65D"/>
                </a:solidFill>
                <a:latin typeface="微软雅黑"/>
                <a:ea typeface="微软雅黑"/>
                <a:cs typeface="微软雅黑"/>
              </a:rPr>
              <a:t>① 会签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47088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请六位接口负责人在标准表 D-1 签署页签署（同意 / 有条件同意 / 退回）。有条件同意须写明附条件项与关闭时间。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60320"/>
            <a:ext cx="11055096" cy="768096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60320"/>
            <a:ext cx="68580" cy="7680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1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60B"/>
                </a:solidFill>
                <a:latin typeface="微软雅黑"/>
                <a:ea typeface="微软雅黑"/>
                <a:cs typeface="微软雅黑"/>
              </a:rPr>
              <a:t>② 确认 TBD 责任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706624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T1–T4 由对应责任组给出解除时间；T1 母线电压与 T3 超声波命名建议优先——两者都会影响固件实现。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19856"/>
            <a:ext cx="11055096" cy="768096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419856"/>
            <a:ext cx="68580" cy="768096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3872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③ ICR-001 载荷表冻结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66160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电气动力与底层控制组按固件实测确认 8 张代拟载荷表的偏移、缩放与哨兵取值，确认后由「代拟草案」转为「冻结」。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79392"/>
            <a:ext cx="11055096" cy="768096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79392"/>
            <a:ext cx="68580" cy="768096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39826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④ 首轮仿真联调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425696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在 Ubuntu 22.04 + ROS 2 Humble 上执行 colcon build、按表 9-1 的 IF-01 ~ IF-10 逐项验收，其中 IF-07 按 200 ms 判定。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30368"/>
            <a:ext cx="11055096" cy="786384"/>
          </a:xfrm>
          <a:prstGeom prst="roundRect">
            <a:avLst>
              <a:gd name="adj" fmla="val 6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58384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　·　Q&amp;A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　|　全部交付物见 wheelchair-project/docs/interfaces/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28232"/>
            <a:ext cx="10149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12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28232"/>
            <a:ext cx="7772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第六大组 · 架构与接口规范单元　|　IW-IF-STD-001 V1.0　|　第四周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